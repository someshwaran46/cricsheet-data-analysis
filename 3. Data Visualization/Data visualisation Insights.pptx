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9" r:id="rId4"/>
    <p:sldId id="281" r:id="rId5"/>
    <p:sldId id="282" r:id="rId6"/>
    <p:sldId id="257" r:id="rId7"/>
    <p:sldId id="278" r:id="rId8"/>
    <p:sldId id="284" r:id="rId9"/>
    <p:sldId id="286" r:id="rId10"/>
    <p:sldId id="287" r:id="rId11"/>
    <p:sldId id="288" r:id="rId12"/>
    <p:sldId id="283" r:id="rId13"/>
    <p:sldId id="289" r:id="rId14"/>
    <p:sldId id="290" r:id="rId15"/>
    <p:sldId id="285" r:id="rId16"/>
    <p:sldId id="291" r:id="rId17"/>
    <p:sldId id="2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6" autoAdjust="0"/>
    <p:restoredTop sz="94660"/>
  </p:normalViewPr>
  <p:slideViewPr>
    <p:cSldViewPr snapToGrid="0">
      <p:cViewPr varScale="1">
        <p:scale>
          <a:sx n="65" d="100"/>
          <a:sy n="65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F57C4-995E-4758-9D10-4ED818E36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A5048-6869-478A-AC32-3B8F2B10A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1DC88-7B55-4CCB-94BD-00EA3474E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5DA3F-425E-4A2A-BC56-81194809961D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C03CB-9B11-4909-9FEB-829CAAF24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FC182-F1E3-4F39-AAA3-C8B70D0D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DE78-4F66-4234-AF46-C40650E5A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65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0169F-A606-4028-A7C3-A4D75B453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D2A46-1F0D-478E-97DE-AE21D3A94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9DC70-4346-49AA-93FE-BCFF4EB35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5DA3F-425E-4A2A-BC56-81194809961D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87790-0D9B-46F3-BDF5-3C9874562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01E05-088D-4F82-BAAE-DAD677F79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DE78-4F66-4234-AF46-C40650E5A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863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72693-0C7C-40AD-AEE4-FA5864FA6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8A060-1732-4B82-BB7D-78D69AEC8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6E018-45B3-41D5-A874-EE5CFB43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5DA3F-425E-4A2A-BC56-81194809961D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58A21-2B6C-4FE9-934F-12D3A794E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A54C9-283E-4F97-9C6A-E15AAEB50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DE78-4F66-4234-AF46-C40650E5A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820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97A3F-19F7-4BE1-B3E6-301A07279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589FA-5667-472E-B4E7-796839560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4E635-B804-4116-A521-3B08A7017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DBC32-862E-4564-9AC7-A66C09EA6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5DA3F-425E-4A2A-BC56-81194809961D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69CBB-960F-4BCA-9A8A-A79BE26EF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E9BE5-53BC-40A1-8658-923B6E465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DE78-4F66-4234-AF46-C40650E5A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92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27435-F88E-451D-83D7-0DD030F05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8B306-6F65-4155-B2CF-0184E9ACD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0306A-D148-4996-AB55-A08BDAC5E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673F6A-89BA-4ACB-9AA8-E451C091F0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D02EA0-3C7E-4C74-A292-47D31B4049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811A89-BD89-4E11-B6E3-192709B4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5DA3F-425E-4A2A-BC56-81194809961D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234537-DABB-4294-A9C7-11AF8331A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7418DE-D32D-4528-B7AC-701228BFF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DE78-4F66-4234-AF46-C40650E5A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19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3A6F-7544-45D2-8496-6C716D10C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E772C1-0E51-4C8F-A1A8-E4C7C4B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5DA3F-425E-4A2A-BC56-81194809961D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20C6B6-0657-4038-B046-C12E605B8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96C0DC-34B2-47F3-B8A9-1A25BD8E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DE78-4F66-4234-AF46-C40650E5A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155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0B158-4C86-4E47-BD1B-90F02BB48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5DA3F-425E-4A2A-BC56-81194809961D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7C3AD2-CF9E-46DC-BA9B-66B4FCCA4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8ED03-9F08-4CD8-BDAF-36089B235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DE78-4F66-4234-AF46-C40650E5A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94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5F7A7-28E6-424C-A80C-C5C0A4BA3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98AA-9F23-42D9-BBD9-DE1BDA7EA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1BB2F7-8A5E-49FC-9D0B-1A699BE77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D6022-5185-4394-BFF4-889B2EADE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5DA3F-425E-4A2A-BC56-81194809961D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CCA66-D22C-4609-9772-30EA794AB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991F6-85C3-4AED-9BE5-24517080A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DE78-4F66-4234-AF46-C40650E5A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43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66D8F-F116-44FE-A83E-56E6745EA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E5977-D721-4FAD-BE74-BD2122043F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CDDED-5947-4A9D-BEE4-671C9317F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0ADC3-459A-463C-B7F6-2866996DA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5DA3F-425E-4A2A-BC56-81194809961D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AE995-83F5-4320-B3E0-926A84738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EC582-0C64-4470-98E0-93F99696E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DE78-4F66-4234-AF46-C40650E5A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551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64478-E4E2-456D-A036-E71FEDDB6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E601B-BE9E-42F7-8351-BAFAA4164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C636-BEF1-4B7F-91B6-21227843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5DA3F-425E-4A2A-BC56-81194809961D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C7AAC-12C8-4433-A701-5ED53CD7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1ED4C-D01C-4C55-9FE8-2A484570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DE78-4F66-4234-AF46-C40650E5A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767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2E50B2-0BF3-49C9-AE03-1C08D972B4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6AB88-E1C7-4919-B70D-DD9B27C6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11973-B3E0-447A-AF07-E1B98AC7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5DA3F-425E-4A2A-BC56-81194809961D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3F58F-86B1-4A0D-8AA4-63F0A34F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3E875-A53B-44E4-BD34-EA25DBF3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DE78-4F66-4234-AF46-C40650E5A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344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EBD93-670C-4C73-B258-F6CDAB80A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9E9E8-B302-46C1-9EC9-F6B2D54ED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FDECC-BBA4-4ED2-B109-6A3B4B9DB9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5DA3F-425E-4A2A-BC56-81194809961D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6B58D-A72A-410C-A3C9-A001EE1E5D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3CC34-AEF9-479D-BC3F-A7A0D6C7B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1DE78-4F66-4234-AF46-C40650E5A3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947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8BDB56-9C2F-4B0B-A00C-7233AF5CFA7B}"/>
              </a:ext>
            </a:extLst>
          </p:cNvPr>
          <p:cNvSpPr txBox="1"/>
          <p:nvPr/>
        </p:nvSpPr>
        <p:spPr>
          <a:xfrm>
            <a:off x="2103120" y="1778099"/>
            <a:ext cx="7985760" cy="3301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800" b="1" dirty="0"/>
              <a:t>SQL DATA VISUALISATION USING MATPLOTLIB AND SEABORN</a:t>
            </a:r>
          </a:p>
        </p:txBody>
      </p:sp>
    </p:spTree>
    <p:extLst>
      <p:ext uri="{BB962C8B-B14F-4D97-AF65-F5344CB8AC3E}">
        <p14:creationId xmlns:p14="http://schemas.microsoft.com/office/powerpoint/2010/main" val="1580820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8298-372C-48D4-9817-AAC8F812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3017"/>
          </a:xfrm>
          <a:solidFill>
            <a:schemeClr val="accent2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IMPORTING PACKAGES AND MYSQL CONNECTION</a:t>
            </a:r>
            <a:endParaRPr lang="en-IN" sz="32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496FC0-F2BF-497F-8D7E-9D2CF0D57886}"/>
              </a:ext>
            </a:extLst>
          </p:cNvPr>
          <p:cNvSpPr/>
          <p:nvPr/>
        </p:nvSpPr>
        <p:spPr>
          <a:xfrm>
            <a:off x="2079523" y="1905506"/>
            <a:ext cx="883428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/>
              <a:t>import pandas as pd</a:t>
            </a:r>
          </a:p>
          <a:p>
            <a:r>
              <a:rPr lang="en-IN" sz="2400" b="1" dirty="0"/>
              <a:t>import </a:t>
            </a:r>
            <a:r>
              <a:rPr lang="en-IN" sz="2400" b="1" dirty="0" err="1"/>
              <a:t>matplotlib.pyplot</a:t>
            </a:r>
            <a:r>
              <a:rPr lang="en-IN" sz="2400" b="1" dirty="0"/>
              <a:t> as </a:t>
            </a:r>
            <a:r>
              <a:rPr lang="en-IN" sz="2400" b="1" dirty="0" err="1"/>
              <a:t>plt</a:t>
            </a:r>
            <a:endParaRPr lang="en-IN" sz="2400" b="1" dirty="0"/>
          </a:p>
          <a:p>
            <a:r>
              <a:rPr lang="en-IN" sz="2400" b="1" dirty="0"/>
              <a:t>import seaborn as </a:t>
            </a:r>
            <a:r>
              <a:rPr lang="en-IN" sz="2400" b="1" dirty="0" err="1"/>
              <a:t>sns</a:t>
            </a:r>
            <a:endParaRPr lang="en-IN" sz="2400" b="1" dirty="0"/>
          </a:p>
          <a:p>
            <a:r>
              <a:rPr lang="en-IN" sz="2400" b="1" dirty="0"/>
              <a:t>from </a:t>
            </a:r>
            <a:r>
              <a:rPr lang="en-IN" sz="2400" b="1" dirty="0" err="1"/>
              <a:t>sqlalchemy</a:t>
            </a:r>
            <a:r>
              <a:rPr lang="en-IN" sz="2400" b="1" dirty="0"/>
              <a:t> import </a:t>
            </a:r>
            <a:r>
              <a:rPr lang="en-IN" sz="2400" b="1" dirty="0" err="1"/>
              <a:t>create_engine</a:t>
            </a:r>
            <a:endParaRPr lang="en-IN" sz="2400" b="1" dirty="0"/>
          </a:p>
          <a:p>
            <a:endParaRPr lang="en-IN" sz="2400" b="1" dirty="0"/>
          </a:p>
          <a:p>
            <a:r>
              <a:rPr lang="en-IN" sz="2400" b="1" dirty="0"/>
              <a:t># Database connection</a:t>
            </a:r>
          </a:p>
          <a:p>
            <a:r>
              <a:rPr lang="en-IN" sz="2400" b="1" dirty="0"/>
              <a:t>engine = </a:t>
            </a:r>
            <a:r>
              <a:rPr lang="en-IN" sz="2400" b="1" dirty="0" err="1"/>
              <a:t>create_engine</a:t>
            </a:r>
            <a:r>
              <a:rPr lang="en-IN" sz="2400" b="1" dirty="0"/>
              <a:t>("</a:t>
            </a:r>
            <a:r>
              <a:rPr lang="en-IN" sz="2400" b="1" dirty="0" err="1"/>
              <a:t>mysql+pymysql</a:t>
            </a:r>
            <a:r>
              <a:rPr lang="en-IN" sz="2400" b="1" dirty="0"/>
              <a:t>://</a:t>
            </a:r>
            <a:r>
              <a:rPr lang="en-IN" sz="2400" b="1" dirty="0" err="1"/>
              <a:t>root:root@localhost</a:t>
            </a:r>
            <a:r>
              <a:rPr lang="en-IN" sz="2400" b="1" dirty="0"/>
              <a:t>/cricket")</a:t>
            </a:r>
          </a:p>
        </p:txBody>
      </p:sp>
    </p:spTree>
    <p:extLst>
      <p:ext uri="{BB962C8B-B14F-4D97-AF65-F5344CB8AC3E}">
        <p14:creationId xmlns:p14="http://schemas.microsoft.com/office/powerpoint/2010/main" val="1124592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8298-372C-48D4-9817-AAC8F812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6569"/>
            <a:ext cx="10515600" cy="623017"/>
          </a:xfr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Total Number of matches happened across last 10 seasons</a:t>
            </a:r>
            <a:endParaRPr lang="en-IN" sz="3200" b="1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1A1C24CD-209B-4897-82D7-77656F4C9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71" y="1924049"/>
            <a:ext cx="10515600" cy="4432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1596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8298-372C-48D4-9817-AAC8F812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96350"/>
            <a:ext cx="10515600" cy="623017"/>
          </a:xfr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Top 5 IPL Hosted cities where the winner is CSK.</a:t>
            </a:r>
            <a:endParaRPr lang="en-IN" sz="3200" b="1" dirty="0">
              <a:solidFill>
                <a:schemeClr val="bg1"/>
              </a:solidFill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281DB95D-5468-492A-8240-89EDF8F18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985" y="1651819"/>
            <a:ext cx="6682029" cy="4734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757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8298-372C-48D4-9817-AAC8F812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96350"/>
            <a:ext cx="10515600" cy="623017"/>
          </a:xfr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Toss decision distribution across matches</a:t>
            </a:r>
            <a:endParaRPr lang="en-IN" sz="3200" b="1" dirty="0">
              <a:solidFill>
                <a:schemeClr val="bg1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084A0A9-53BE-4B34-8D66-3290DF149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3353" y="2158028"/>
            <a:ext cx="9426177" cy="387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546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8298-372C-48D4-9817-AAC8F812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0312"/>
            <a:ext cx="10515600" cy="623017"/>
          </a:xfr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Average runs per over in T20</a:t>
            </a:r>
            <a:endParaRPr lang="en-IN" sz="32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B95A0F-2D45-481A-9192-6157447FD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872893"/>
            <a:ext cx="10515599" cy="4044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41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8298-372C-48D4-9817-AAC8F812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6569"/>
            <a:ext cx="10515600" cy="623017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High runs scored 10 Batters in Tests Matches</a:t>
            </a:r>
            <a:endParaRPr lang="en-IN" sz="3200" b="1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3EC0B53-40AF-4353-BD72-708EE99A2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92" y="2233765"/>
            <a:ext cx="10692582" cy="364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9847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8298-372C-48D4-9817-AAC8F812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96350"/>
            <a:ext cx="10515600" cy="623017"/>
          </a:xfr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Top 5 Highest Run-Scorers (All Matches)</a:t>
            </a:r>
            <a:endParaRPr lang="en-IN" sz="3200" b="1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15349EB-F8BB-4530-B032-16E4EFC0E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180" y="1616638"/>
            <a:ext cx="7142829" cy="4999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53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8298-372C-48D4-9817-AAC8F812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96350"/>
            <a:ext cx="10515600" cy="623017"/>
          </a:xfr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Batters with the highest number of sixes in ODI</a:t>
            </a:r>
            <a:endParaRPr lang="en-IN" sz="3200" b="1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54DD245-2186-474E-8164-61C2276D4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259" y="1959538"/>
            <a:ext cx="10321481" cy="382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1194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8298-372C-48D4-9817-AAC8F812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96350"/>
            <a:ext cx="10515600" cy="623017"/>
          </a:xfr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Batters with the highest number of Fours in ODI</a:t>
            </a:r>
            <a:endParaRPr lang="en-IN" sz="3200" b="1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6639EE22-7C41-4D8C-A0F7-049574070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620326"/>
            <a:ext cx="10382557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080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8298-372C-48D4-9817-AAC8F812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96350"/>
            <a:ext cx="10515600" cy="623017"/>
          </a:xfrm>
          <a:solidFill>
            <a:srgbClr val="FFC000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Six vs Four Trends in Test Seasons</a:t>
            </a:r>
            <a:endParaRPr lang="en-IN" sz="3200" b="1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87220924-7013-43A2-BECE-E6308DB50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1" y="1865875"/>
            <a:ext cx="11687175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3851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8298-372C-48D4-9817-AAC8F812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96350"/>
            <a:ext cx="10515600" cy="623017"/>
          </a:xfrm>
          <a:solidFill>
            <a:schemeClr val="accent6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Top 20 run secured teams over seasons in Tests</a:t>
            </a:r>
            <a:endParaRPr lang="en-IN" sz="3200" b="1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8AE8A27-C0AC-456C-BF78-195CC3C0D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93" y="1584310"/>
            <a:ext cx="10417406" cy="471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611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8298-372C-48D4-9817-AAC8F812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96350"/>
            <a:ext cx="10515600" cy="623017"/>
          </a:xfr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Total centuries obtained by batsman in ODI</a:t>
            </a:r>
            <a:endParaRPr lang="en-IN" sz="3200" b="1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B51B0541-E99F-44F9-ACD7-4AD25C626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93" y="1788139"/>
            <a:ext cx="10913806" cy="412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415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8298-372C-48D4-9817-AAC8F812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96350"/>
            <a:ext cx="10515600" cy="623017"/>
          </a:xfrm>
          <a:solidFill>
            <a:srgbClr val="7030A0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Runs secured by specific players in T20</a:t>
            </a:r>
            <a:endParaRPr lang="en-IN" sz="3200" b="1" dirty="0">
              <a:solidFill>
                <a:schemeClr val="bg1"/>
              </a:solidFill>
            </a:endParaRP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C73853D0-D282-4674-95B7-51F8D8D0D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295" y="1858296"/>
            <a:ext cx="6264764" cy="479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039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8298-372C-48D4-9817-AAC8F812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96350"/>
            <a:ext cx="10515600" cy="623017"/>
          </a:xfr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Top 5 Highest Wicket Keepers</a:t>
            </a:r>
            <a:endParaRPr lang="en-IN" sz="3200" b="1" dirty="0">
              <a:solidFill>
                <a:schemeClr val="bg1"/>
              </a:solidFill>
            </a:endParaRP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B4954E24-7CA8-40CE-8A92-12AB5EC90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904" y="1796077"/>
            <a:ext cx="6712204" cy="4943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925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8298-372C-48D4-9817-AAC8F812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96350"/>
            <a:ext cx="10515600" cy="623017"/>
          </a:xfr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Total Matches by team in IPL</a:t>
            </a:r>
            <a:endParaRPr lang="en-IN" sz="3200" b="1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2495076A-099E-44EC-A1E9-407F9C527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86" y="1910837"/>
            <a:ext cx="9851463" cy="450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285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8298-372C-48D4-9817-AAC8F812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684" y="250466"/>
            <a:ext cx="10515600" cy="623017"/>
          </a:xfrm>
          <a:solidFill>
            <a:srgbClr val="002060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Total number of matches played in a respective venue</a:t>
            </a:r>
            <a:endParaRPr lang="en-IN" sz="3200" b="1" dirty="0">
              <a:solidFill>
                <a:schemeClr val="bg1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58ABCC6-5713-406F-8D4B-D2DBEE62B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890" y="1047137"/>
            <a:ext cx="9424219" cy="5958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2949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168</Words>
  <Application>Microsoft Office PowerPoint</Application>
  <PresentationFormat>Widescreen</PresentationFormat>
  <Paragraphs>24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IMPORTING PACKAGES AND MYSQL CONNECTION</vt:lpstr>
      <vt:lpstr>Total Number of matches happened across last 10 seasons</vt:lpstr>
      <vt:lpstr>Top 5 IPL Hosted cities where the winner is CSK.</vt:lpstr>
      <vt:lpstr>Toss decision distribution across matches</vt:lpstr>
      <vt:lpstr>Average runs per over in T20</vt:lpstr>
      <vt:lpstr>High runs scored 10 Batters in Tests Matches</vt:lpstr>
      <vt:lpstr>Top 5 Highest Run-Scorers (All Matches)</vt:lpstr>
      <vt:lpstr>Batters with the highest number of sixes in ODI</vt:lpstr>
      <vt:lpstr>Batters with the highest number of Fours in ODI</vt:lpstr>
      <vt:lpstr>Six vs Four Trends in Test Seasons</vt:lpstr>
      <vt:lpstr>Top 20 run secured teams over seasons in Tests</vt:lpstr>
      <vt:lpstr>Total centuries obtained by batsman in ODI</vt:lpstr>
      <vt:lpstr>Runs secured by specific players in T20</vt:lpstr>
      <vt:lpstr>Top 5 Highest Wicket Keepers</vt:lpstr>
      <vt:lpstr>Total Matches by team in IPL</vt:lpstr>
      <vt:lpstr>Total number of matches played in a respective venue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8</cp:revision>
  <dcterms:created xsi:type="dcterms:W3CDTF">2025-03-09T23:41:42Z</dcterms:created>
  <dcterms:modified xsi:type="dcterms:W3CDTF">2025-03-10T02:05:09Z</dcterms:modified>
</cp:coreProperties>
</file>